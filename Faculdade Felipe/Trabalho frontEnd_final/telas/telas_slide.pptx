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6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833" autoAdjust="0"/>
    <p:restoredTop sz="94660"/>
  </p:normalViewPr>
  <p:slideViewPr>
    <p:cSldViewPr snapToGrid="0">
      <p:cViewPr varScale="1">
        <p:scale>
          <a:sx n="88" d="100"/>
          <a:sy n="88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82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962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455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158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2786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495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5714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287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2854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31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3736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EEBA9-984E-4B09-9A30-947176EE71C3}" type="datetimeFigureOut">
              <a:rPr lang="pt-BR" smtClean="0"/>
              <a:t>16/09/2025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A7987-C566-4F18-8F55-B9581E924EB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956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2" name="Imagem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18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10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34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430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Favoritos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6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8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773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Participante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98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98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09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34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25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73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613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989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760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Favoritos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8984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Favoritos</a:t>
            </a:r>
            <a:br>
              <a:rPr lang="pt-BR" dirty="0" smtClean="0"/>
            </a:b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602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Meus ingressos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847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9154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6</Words>
  <Application>Microsoft Office PowerPoint</Application>
  <PresentationFormat>Widescreen</PresentationFormat>
  <Paragraphs>5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Favoritos </vt:lpstr>
      <vt:lpstr>Apresentação do PowerPoint</vt:lpstr>
      <vt:lpstr>Apresentação do PowerPoint</vt:lpstr>
      <vt:lpstr>Participante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Favoritos </vt:lpstr>
      <vt:lpstr>Favoritos </vt:lpstr>
      <vt:lpstr>Meus ingressos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Felipao</dc:creator>
  <cp:lastModifiedBy>Felipao</cp:lastModifiedBy>
  <cp:revision>6</cp:revision>
  <dcterms:created xsi:type="dcterms:W3CDTF">2025-09-13T20:18:39Z</dcterms:created>
  <dcterms:modified xsi:type="dcterms:W3CDTF">2025-09-16T20:54:44Z</dcterms:modified>
</cp:coreProperties>
</file>